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64" r:id="rId11"/>
    <p:sldId id="265" r:id="rId12"/>
    <p:sldId id="274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06C64-4C75-B3D7-561A-300DFB3E2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C01C65-442C-133F-E9BE-42EC0128CD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EF49E-F898-4B4E-1181-13EA699C0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C763-2DF3-45FD-A89B-18913A1D13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9A490-9BBA-9062-122D-E869274D6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45932-DBBE-819F-9504-F49CF83D4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79EE-1514-4408-8B09-A91224C1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9230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F590-73E7-737E-4BCC-538BA1E3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2690E-E38B-EC1F-2BB2-C14EE3721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D43EC-D534-EFE0-6F91-9B8EAE7D3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C763-2DF3-45FD-A89B-18913A1D13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B547D-7C70-F820-30C4-75B79B7BE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AC08A-3BA9-2D2E-2896-D24079F63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79EE-1514-4408-8B09-A91224C1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954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E6E7-2859-5B23-1BD8-2A9C31C61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A7F37-3BDF-458A-D388-DF65D1428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DD7FE-4563-7E64-8361-F865F0937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C763-2DF3-45FD-A89B-18913A1D13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86ABB-5994-6147-114C-800422E3A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FCA01-404D-1201-191A-CA20BB401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79EE-1514-4408-8B09-A91224C1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630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E3955-B897-75DB-9B40-2C893F43B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BE348-E477-55D3-C814-D2DE8599C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B7EBB-583E-6BDB-0625-29F05DD06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BEAF4-F9A2-362D-AB20-7EB95BFEE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C763-2DF3-45FD-A89B-18913A1D13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8FFD9-4A73-4336-48F0-2584C7635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AE0DFD-7CA5-D8DA-3406-C36B2F78B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79EE-1514-4408-8B09-A91224C1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82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3EE6-0419-1065-825B-73FDAABA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6581A-6792-4ADB-6392-134FEF7E3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34759-1195-8728-AF84-AC1026032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292A99-20ED-F763-968E-CEF826EA5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CB217A-88D9-04AB-9D93-837136BBC1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2079E1-8389-2B4B-3A75-8DD5B9D67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C763-2DF3-45FD-A89B-18913A1D13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18A45C-CA07-24FC-7DAF-F96C2DA2A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389D61-727D-4874-24B1-A77065B69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79EE-1514-4408-8B09-A91224C1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452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666F2-E6E6-8BF0-CB54-3CE42EF77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3B93BD-ACC3-2D82-73C0-3A5FCD7BD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C763-2DF3-45FD-A89B-18913A1D13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55F89F-BB12-B6D2-EA56-5E0531F50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9E070-8EBF-70D1-4A05-0602BDBE0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79EE-1514-4408-8B09-A91224C1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412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EFF84-BB7D-CE95-D7E1-4F9ED9451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C763-2DF3-45FD-A89B-18913A1D13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5F14A2-790A-47DD-F9F9-F5645D870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73244-EDB3-48A8-99B0-3638D02D6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79EE-1514-4408-8B09-A91224C1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559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EF3D-D2FC-1D49-AC74-CFE6CA60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8170A-77B0-587C-F3DD-4C649BE56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9DC7E-2A3B-2610-AE5D-C89D86F8A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2F0CA-5C56-E94D-EE3F-68DA58536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C763-2DF3-45FD-A89B-18913A1D13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686F08-7746-1938-3D11-379468B18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A8F7F-7A73-EA7E-2287-C28FB89B7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79EE-1514-4408-8B09-A91224C1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206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58B38-F80B-EA09-DD2F-7B1D0BCD7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64D331-88B4-B068-8D9F-DE5FA66BFB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B5579-5959-881D-89F5-2D633E4A7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6070BF-A8FF-0800-E1F3-ABC99F622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C763-2DF3-45FD-A89B-18913A1D13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CB2EE-7B1C-A2B4-CC0D-CCA03B0A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1E6B1-65A2-C739-344B-86E6B092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79EE-1514-4408-8B09-A91224C1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205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B9840-FDF2-93D0-17EE-8C275C840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DE444F-9C71-B8F1-0A4A-5A88C7215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FB489-080E-3C7E-D8B3-979A0BAD4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C763-2DF3-45FD-A89B-18913A1D13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3DEE2-B34F-DCB3-4CE9-96DF288FB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8CEF2-F2C4-3FFE-2921-E20B6E38F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79EE-1514-4408-8B09-A91224C1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980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8F8C3B-9775-1A41-F1EB-4177770EC4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D653F-738E-B895-282C-290C81110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397C5-46D7-826B-2CBC-2ECC6935B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C763-2DF3-45FD-A89B-18913A1D13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ECD68-760A-0E13-6077-120B774F3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70EAB5-5D34-90F1-D242-6A28F8CE0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79EE-1514-4408-8B09-A91224C1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6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CA189D-C620-A0C9-3D0E-BD19F7ABA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3BE157-4B52-B4A4-8D19-2CCF9965A8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61A5A-5928-DF8F-83DE-5D378E9E98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9C763-2DF3-45FD-A89B-18913A1D1301}" type="datetimeFigureOut">
              <a:rPr lang="en-IN" smtClean="0"/>
              <a:t>06-06-2026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6A8CC-D422-41A3-44CC-3101E2058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ED47F-E895-C355-5BED-0B4CC1965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D79EE-1514-4408-8B09-A91224C104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33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4C4F-A0AA-34C0-F025-0A65753896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419932-03D8-9076-C46C-2AF8EB601F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861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90899-FC0A-6C74-CE48-BE4DB7478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F9ECE7-16A2-CDCD-DB56-B90A87692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271328"/>
            <a:ext cx="968231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Retail Market Basket Analysis is a data mining technique used to analyze customer purchasing behavior.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identifies products that are frequently bought together in retail transactions.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helps businesses understand hidden patterns in customer buying habits.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uses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Apriori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 to extract meaningful associations from transaction data.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insights are useful for improving sales, marketing strategies, and store layout decisions.</a:t>
            </a:r>
          </a:p>
          <a:p>
            <a:pPr marL="342900"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805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11E97-38DC-8389-F0CB-A5D205C71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CB786E-0F2D-3BCB-04F7-C85BCAF404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8446"/>
            <a:ext cx="1000678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Retail stores generate large volumes of transaction data daily.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this data is not properly analyzed to extract useful insights.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Businesses are unable to identify relationships between products.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leads to missed opportunities in cross-selling and product bundling.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automated techniques to analyze large datasets and discover hidden patterns.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980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EF81-FA02-FCB4-1511-35308DAC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6018A1-F598-E2CE-32C1-EDFDB2ABFC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42821"/>
            <a:ext cx="897439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customer purchase behavior using transaction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frequently purchased items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Apriori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generate association rules based on support, confidence, and lift.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discover hidden relationships between grocery products.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improve business decision-making using data-driven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support marketing and retail strategy optimization.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411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864D-7B36-9789-DAD3-40F142928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C1285E-2874-9128-B2F9-CE7A9ED0A9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87658"/>
            <a:ext cx="9338187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contains 14,963 retail transactions.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includes 167 unique grocery products.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row represents items purchased in a single transaction.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include dairy, vegetables, beverages, bakery items, and household goods.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is suitable for Market Basket Analysis and association rule mining.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C8A211-3F67-408D-0175-E43370F6F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3" t="4257" r="64" b="23730"/>
          <a:stretch>
            <a:fillRect/>
          </a:stretch>
        </p:blipFill>
        <p:spPr>
          <a:xfrm>
            <a:off x="1012724" y="3175819"/>
            <a:ext cx="7551174" cy="331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546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76E8F-C823-2C93-A1A7-E31EA1ADD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AA24C24-1B3C-C4D5-731A-3A3841011F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80423"/>
            <a:ext cx="909238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Python: Used for data analysis and algorithm implementation.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Notebook: Used for coding and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Pandas: Used for data manipulation and preprocessing.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NumPy: Used for numerical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Mlxtend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Used for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Apriori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 and rule mining.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&amp; Seaborn: Used for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BI: Used for dashboard creation and reporting. </a:t>
            </a:r>
          </a:p>
        </p:txBody>
      </p:sp>
    </p:spTree>
    <p:extLst>
      <p:ext uri="{BB962C8B-B14F-4D97-AF65-F5344CB8AC3E}">
        <p14:creationId xmlns:p14="http://schemas.microsoft.com/office/powerpoint/2010/main" val="1285711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9512D-9E65-CA9E-0078-63D9B5401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A7E5BE4-48BD-867D-D879-4035A9D9AB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613630"/>
            <a:ext cx="97511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1: Collection of retail transaction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2: Data cleaning and preprocessing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3: Conversion of dataset into transaction format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4: Encoding using TransactionEncoder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5: Applying Apriori algorithm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6: Generating association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7: Visualization of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8: Interpretation of business insights </a:t>
            </a:r>
          </a:p>
        </p:txBody>
      </p:sp>
    </p:spTree>
    <p:extLst>
      <p:ext uri="{BB962C8B-B14F-4D97-AF65-F5344CB8AC3E}">
        <p14:creationId xmlns:p14="http://schemas.microsoft.com/office/powerpoint/2010/main" val="1679666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F73A-C80B-AC19-CE87-5DA0E78D3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Processing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FC72DA1-0243-11D9-91D7-693B8E14D1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607339"/>
            <a:ext cx="926936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were identified and removed.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was transformed into transaction lists.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transaction contains multiple purchased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One-hot encoding was applied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TransactionEncoder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output is a binary matrix (True/False format).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is now ready for pattern mining. </a:t>
            </a:r>
          </a:p>
        </p:txBody>
      </p:sp>
    </p:spTree>
    <p:extLst>
      <p:ext uri="{BB962C8B-B14F-4D97-AF65-F5344CB8AC3E}">
        <p14:creationId xmlns:p14="http://schemas.microsoft.com/office/powerpoint/2010/main" val="3435048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5F5993-E818-11C3-7848-ABEB1FCA56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006" y="796413"/>
            <a:ext cx="9114504" cy="538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022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265D-E8EF-B36B-176D-4B9514F13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Apriori</a:t>
            </a:r>
            <a:r>
              <a:rPr lang="en-IN" dirty="0"/>
              <a:t> Algorithm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C2792A-2B0A-51B3-15DD-DD8A75E86E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03154"/>
            <a:ext cx="1016409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Apriori algorithm is used for frequent itemset mining.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works on the principle of “frequent itemsets generate frequent subsets.”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uses minimum support threshold to filter itemsets.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candidate itemsets iteratively.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Removes infrequent itemsets using pruning technique.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Produces strong association rules using confidence and lift. </a:t>
            </a:r>
          </a:p>
        </p:txBody>
      </p:sp>
    </p:spTree>
    <p:extLst>
      <p:ext uri="{BB962C8B-B14F-4D97-AF65-F5344CB8AC3E}">
        <p14:creationId xmlns:p14="http://schemas.microsoft.com/office/powerpoint/2010/main" val="2849680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97D31-3BBA-87DA-30B4-9EA1FDB13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4F05361-2F8F-DFA3-DC9C-0B09158224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92591"/>
            <a:ext cx="9495503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transactions analyzed: 14,963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products: 167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Frequent itemsets generated: 126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Association rules generated: 19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relationships identified between grocery items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patterns discovered for business analysis </a:t>
            </a:r>
          </a:p>
        </p:txBody>
      </p:sp>
    </p:spTree>
    <p:extLst>
      <p:ext uri="{BB962C8B-B14F-4D97-AF65-F5344CB8AC3E}">
        <p14:creationId xmlns:p14="http://schemas.microsoft.com/office/powerpoint/2010/main" val="178774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1FF9B-4451-0116-D2D6-14EBB038E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Visualizations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D7311D-567D-D0EF-53DB-2C9C1DAD75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69634"/>
            <a:ext cx="942667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10 most purchased products shown using bar chart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itemsets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analyzed using support values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Confidence vs Lift scatter plot shows rule strength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vs Confidence shows relationship distribution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Visualizations help interpret customer behavior easily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051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89DE7DB-1CBF-A24F-1F74-853830815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458" y="340953"/>
            <a:ext cx="5643716" cy="55584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9897EE-F963-E515-45C5-DF2250D0D6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174" y="685417"/>
            <a:ext cx="6056670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848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D94E22-7709-F4BB-F796-89CA59211B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48" b="8075"/>
          <a:stretch>
            <a:fillRect/>
          </a:stretch>
        </p:blipFill>
        <p:spPr>
          <a:xfrm>
            <a:off x="157316" y="128315"/>
            <a:ext cx="5791199" cy="52892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AFF449-F21A-5DA5-A8EB-BAE914EFCC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8315"/>
            <a:ext cx="5938682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769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7DFE2-64B2-9595-6A44-83CE8F1C8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7F7CFAA-883A-FD29-53B7-B3048CE450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653037"/>
            <a:ext cx="972164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Whole milk is the most dominant product in transactions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Many products are frequently purchased together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associations exist between dairy and grocery items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Frankfurter and vegetables show strong correlation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buying behavior is pattern-driven </a:t>
            </a:r>
          </a:p>
        </p:txBody>
      </p:sp>
    </p:spTree>
    <p:extLst>
      <p:ext uri="{BB962C8B-B14F-4D97-AF65-F5344CB8AC3E}">
        <p14:creationId xmlns:p14="http://schemas.microsoft.com/office/powerpoint/2010/main" val="2545806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18A0-2277-C56E-E739-3EA9E4D20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Applications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7303C0-FC07-ED9C-3590-37B914E68C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612491"/>
            <a:ext cx="9475839" cy="206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product placement optimization in stores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cross-selling and upselling strategies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product bundling and promotions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inventory management efficiency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recommendation systems in retail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69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4DFFB-5B23-A575-BC09-A76ED2DA1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8103E9-DF77-CD39-3CDD-BF5555B07D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42540"/>
            <a:ext cx="935785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Apriori algorithm successfully identified hidden patterns in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Frequent itemsets and association rules were generated.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analysis provides meaningful business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retailers improve sales and customer satisfaction.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decision-making is enhanced using this approach.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824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9460B-9B17-8E01-0696-FAE90C520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9367FA0-44CF-C106-ABC2-428F7A16C8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74276"/>
            <a:ext cx="1018376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larger datasets for better accuracy and insights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FP-Growth for faster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AI-based recommendation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real-time retail analytics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advanced dashboards using Power BI or Tableau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782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78EA4A-0772-FCC9-55E4-048C2CB4E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16589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675</Words>
  <Application>Microsoft Office PowerPoint</Application>
  <PresentationFormat>Widescreen</PresentationFormat>
  <Paragraphs>102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INTRODUCTION</vt:lpstr>
      <vt:lpstr>Problem Statement</vt:lpstr>
      <vt:lpstr>Objectives </vt:lpstr>
      <vt:lpstr>Dataset Description</vt:lpstr>
      <vt:lpstr>Tools &amp; Technologies </vt:lpstr>
      <vt:lpstr>Methodology</vt:lpstr>
      <vt:lpstr>Data Processing </vt:lpstr>
      <vt:lpstr>PowerPoint Presentation</vt:lpstr>
      <vt:lpstr>Apriori Algorithm </vt:lpstr>
      <vt:lpstr>Results </vt:lpstr>
      <vt:lpstr>Visualizations</vt:lpstr>
      <vt:lpstr>PowerPoint Presentation</vt:lpstr>
      <vt:lpstr>PowerPoint Presentation</vt:lpstr>
      <vt:lpstr>Key Findings </vt:lpstr>
      <vt:lpstr>Business Applications</vt:lpstr>
      <vt:lpstr>Conclusion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BONAGIRI GEETHA</dc:creator>
  <cp:lastModifiedBy>BONAGIRI GEETHA</cp:lastModifiedBy>
  <cp:revision>1</cp:revision>
  <dcterms:created xsi:type="dcterms:W3CDTF">2026-06-06T08:47:10Z</dcterms:created>
  <dcterms:modified xsi:type="dcterms:W3CDTF">2026-06-06T08:47:11Z</dcterms:modified>
</cp:coreProperties>
</file>